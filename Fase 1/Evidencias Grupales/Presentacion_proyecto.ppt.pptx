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Nuni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5DkClZQRoIrj7rzeuIUK7iaWk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F78AE4-8D70-40DF-8903-11CD1948D92B}">
  <a:tblStyle styleId="{17F78AE4-8D70-40DF-8903-11CD1948D92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6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5.xml"/><Relationship Id="rId21" Type="http://schemas.openxmlformats.org/officeDocument/2006/relationships/font" Target="fonts/Nuni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a3167b794_0_4"/>
          <p:cNvSpPr/>
          <p:nvPr/>
        </p:nvSpPr>
        <p:spPr>
          <a:xfrm>
            <a:off x="41" y="3766000"/>
            <a:ext cx="9827100" cy="3092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g3fa3167b794_0_4"/>
          <p:cNvSpPr/>
          <p:nvPr/>
        </p:nvSpPr>
        <p:spPr>
          <a:xfrm flipH="1">
            <a:off x="4776900" y="2067600"/>
            <a:ext cx="7415100" cy="47904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g3fa3167b794_0_4"/>
          <p:cNvSpPr/>
          <p:nvPr/>
        </p:nvSpPr>
        <p:spPr>
          <a:xfrm rot="10800000">
            <a:off x="6745206" y="-100"/>
            <a:ext cx="5446800" cy="27369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g3fa3167b794_0_4"/>
          <p:cNvSpPr/>
          <p:nvPr/>
        </p:nvSpPr>
        <p:spPr>
          <a:xfrm>
            <a:off x="271033" y="275000"/>
            <a:ext cx="116499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3048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g3fa3167b794_0_4"/>
          <p:cNvGrpSpPr/>
          <p:nvPr/>
        </p:nvGrpSpPr>
        <p:grpSpPr>
          <a:xfrm>
            <a:off x="340259" y="790"/>
            <a:ext cx="3000409" cy="1392365"/>
            <a:chOff x="255200" y="592"/>
            <a:chExt cx="2250363" cy="1044300"/>
          </a:xfrm>
        </p:grpSpPr>
        <p:sp>
          <p:nvSpPr>
            <p:cNvPr id="15" name="Google Shape;15;g3fa3167b794_0_4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g3fa3167b794_0_4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g3fa3167b794_0_4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g3fa3167b794_0_4"/>
          <p:cNvGrpSpPr/>
          <p:nvPr/>
        </p:nvGrpSpPr>
        <p:grpSpPr>
          <a:xfrm>
            <a:off x="1207163" y="790"/>
            <a:ext cx="3000409" cy="1392365"/>
            <a:chOff x="905395" y="592"/>
            <a:chExt cx="2250363" cy="1044300"/>
          </a:xfrm>
        </p:grpSpPr>
        <p:sp>
          <p:nvSpPr>
            <p:cNvPr id="19" name="Google Shape;19;g3fa3167b794_0_4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3fa3167b794_0_4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g3fa3167b794_0_4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g3fa3167b794_0_4"/>
          <p:cNvGrpSpPr/>
          <p:nvPr/>
        </p:nvGrpSpPr>
        <p:grpSpPr>
          <a:xfrm>
            <a:off x="9409957" y="6784"/>
            <a:ext cx="2468376" cy="1002839"/>
            <a:chOff x="6917201" y="0"/>
            <a:chExt cx="2227777" cy="863400"/>
          </a:xfrm>
        </p:grpSpPr>
        <p:sp>
          <p:nvSpPr>
            <p:cNvPr id="23" name="Google Shape;23;g3fa3167b794_0_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fa3167b794_0_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g3fa3167b794_0_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g3fa3167b794_0_4"/>
          <p:cNvGrpSpPr/>
          <p:nvPr/>
        </p:nvGrpSpPr>
        <p:grpSpPr>
          <a:xfrm>
            <a:off x="8737606" y="5623802"/>
            <a:ext cx="3185498" cy="1234317"/>
            <a:chOff x="6917201" y="0"/>
            <a:chExt cx="2227777" cy="863400"/>
          </a:xfrm>
        </p:grpSpPr>
        <p:sp>
          <p:nvSpPr>
            <p:cNvPr id="27" name="Google Shape;27;g3fa3167b794_0_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g3fa3167b794_0_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g3fa3167b794_0_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g3fa3167b794_0_4"/>
          <p:cNvGrpSpPr/>
          <p:nvPr/>
        </p:nvGrpSpPr>
        <p:grpSpPr>
          <a:xfrm>
            <a:off x="265762" y="5407536"/>
            <a:ext cx="3727293" cy="1444382"/>
            <a:chOff x="6917201" y="0"/>
            <a:chExt cx="2227777" cy="863400"/>
          </a:xfrm>
        </p:grpSpPr>
        <p:sp>
          <p:nvSpPr>
            <p:cNvPr id="31" name="Google Shape;31;g3fa3167b794_0_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g3fa3167b794_0_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g3fa3167b794_0_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g3fa3167b794_0_4"/>
          <p:cNvSpPr txBox="1"/>
          <p:nvPr>
            <p:ph type="ctrTitle"/>
          </p:nvPr>
        </p:nvSpPr>
        <p:spPr>
          <a:xfrm>
            <a:off x="2478271" y="2430444"/>
            <a:ext cx="7148400" cy="1930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/>
        </p:txBody>
      </p:sp>
      <p:sp>
        <p:nvSpPr>
          <p:cNvPr id="35" name="Google Shape;35;g3fa3167b794_0_4"/>
          <p:cNvSpPr txBox="1"/>
          <p:nvPr>
            <p:ph idx="1" type="subTitle"/>
          </p:nvPr>
        </p:nvSpPr>
        <p:spPr>
          <a:xfrm>
            <a:off x="2478267" y="4550878"/>
            <a:ext cx="7148400" cy="69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g3fa3167b794_0_4"/>
          <p:cNvSpPr txBox="1"/>
          <p:nvPr>
            <p:ph idx="12" type="sldNum"/>
          </p:nvPr>
        </p:nvSpPr>
        <p:spPr>
          <a:xfrm>
            <a:off x="11187645" y="605822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fa3167b794_0_32"/>
          <p:cNvSpPr/>
          <p:nvPr/>
        </p:nvSpPr>
        <p:spPr>
          <a:xfrm flipH="1">
            <a:off x="6342900" y="3079200"/>
            <a:ext cx="5849100" cy="37788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g3fa3167b794_0_32"/>
          <p:cNvGrpSpPr/>
          <p:nvPr/>
        </p:nvGrpSpPr>
        <p:grpSpPr>
          <a:xfrm>
            <a:off x="7458691" y="5281486"/>
            <a:ext cx="3880118" cy="1576482"/>
            <a:chOff x="6917201" y="0"/>
            <a:chExt cx="2227777" cy="863400"/>
          </a:xfrm>
        </p:grpSpPr>
        <p:sp>
          <p:nvSpPr>
            <p:cNvPr id="40" name="Google Shape;40;g3fa3167b794_0_3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g3fa3167b794_0_3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g3fa3167b794_0_3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g3fa3167b794_0_32"/>
          <p:cNvGrpSpPr/>
          <p:nvPr/>
        </p:nvGrpSpPr>
        <p:grpSpPr>
          <a:xfrm>
            <a:off x="265762" y="3"/>
            <a:ext cx="3727293" cy="1444382"/>
            <a:chOff x="6917201" y="0"/>
            <a:chExt cx="2227777" cy="863400"/>
          </a:xfrm>
        </p:grpSpPr>
        <p:sp>
          <p:nvSpPr>
            <p:cNvPr id="44" name="Google Shape;44;g3fa3167b794_0_3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g3fa3167b794_0_3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g3fa3167b794_0_3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g3fa3167b794_0_32"/>
          <p:cNvSpPr txBox="1"/>
          <p:nvPr>
            <p:ph type="title"/>
          </p:nvPr>
        </p:nvSpPr>
        <p:spPr>
          <a:xfrm>
            <a:off x="2518245" y="2328133"/>
            <a:ext cx="7170000" cy="219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00"/>
              <a:buNone/>
              <a:defRPr sz="43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00"/>
              <a:buNone/>
              <a:defRPr sz="43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00"/>
              <a:buNone/>
              <a:defRPr sz="43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00"/>
              <a:buNone/>
              <a:defRPr sz="43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00"/>
              <a:buNone/>
              <a:defRPr sz="43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00"/>
              <a:buNone/>
              <a:defRPr sz="43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00"/>
              <a:buNone/>
              <a:defRPr sz="43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00"/>
              <a:buNone/>
              <a:defRPr sz="43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00"/>
              <a:buNone/>
              <a:defRPr sz="43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g3fa3167b794_0_32"/>
          <p:cNvSpPr txBox="1"/>
          <p:nvPr>
            <p:ph idx="12" type="sldNum"/>
          </p:nvPr>
        </p:nvSpPr>
        <p:spPr>
          <a:xfrm>
            <a:off x="11187645" y="605822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fa3167b794_0_44"/>
          <p:cNvSpPr/>
          <p:nvPr/>
        </p:nvSpPr>
        <p:spPr>
          <a:xfrm flipH="1">
            <a:off x="4776900" y="2067600"/>
            <a:ext cx="74151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a3167b794_0_44"/>
          <p:cNvSpPr/>
          <p:nvPr/>
        </p:nvSpPr>
        <p:spPr>
          <a:xfrm>
            <a:off x="41" y="3766000"/>
            <a:ext cx="98271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fa3167b794_0_44"/>
          <p:cNvSpPr/>
          <p:nvPr/>
        </p:nvSpPr>
        <p:spPr>
          <a:xfrm>
            <a:off x="270967" y="275000"/>
            <a:ext cx="116499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3048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fa3167b794_0_44"/>
          <p:cNvSpPr txBox="1"/>
          <p:nvPr>
            <p:ph type="title"/>
          </p:nvPr>
        </p:nvSpPr>
        <p:spPr>
          <a:xfrm>
            <a:off x="1092200" y="1127467"/>
            <a:ext cx="10007700" cy="1272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54" name="Google Shape;54;g3fa3167b794_0_44"/>
          <p:cNvSpPr txBox="1"/>
          <p:nvPr>
            <p:ph idx="1" type="body"/>
          </p:nvPr>
        </p:nvSpPr>
        <p:spPr>
          <a:xfrm>
            <a:off x="1092200" y="2654300"/>
            <a:ext cx="10007700" cy="326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5" name="Google Shape;55;g3fa3167b794_0_44"/>
          <p:cNvSpPr txBox="1"/>
          <p:nvPr>
            <p:ph idx="12" type="sldNum"/>
          </p:nvPr>
        </p:nvSpPr>
        <p:spPr>
          <a:xfrm>
            <a:off x="11187645" y="605822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a3167b794_0_51"/>
          <p:cNvSpPr/>
          <p:nvPr/>
        </p:nvSpPr>
        <p:spPr>
          <a:xfrm flipH="1">
            <a:off x="4776900" y="2067600"/>
            <a:ext cx="74151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fa3167b794_0_51"/>
          <p:cNvSpPr/>
          <p:nvPr/>
        </p:nvSpPr>
        <p:spPr>
          <a:xfrm>
            <a:off x="41" y="3766000"/>
            <a:ext cx="98271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fa3167b794_0_51"/>
          <p:cNvSpPr/>
          <p:nvPr/>
        </p:nvSpPr>
        <p:spPr>
          <a:xfrm>
            <a:off x="270967" y="275000"/>
            <a:ext cx="116499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3048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fa3167b794_0_51"/>
          <p:cNvSpPr txBox="1"/>
          <p:nvPr>
            <p:ph type="title"/>
          </p:nvPr>
        </p:nvSpPr>
        <p:spPr>
          <a:xfrm>
            <a:off x="1092200" y="1127467"/>
            <a:ext cx="10007700" cy="1272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61" name="Google Shape;61;g3fa3167b794_0_51"/>
          <p:cNvSpPr txBox="1"/>
          <p:nvPr>
            <p:ph idx="1" type="body"/>
          </p:nvPr>
        </p:nvSpPr>
        <p:spPr>
          <a:xfrm>
            <a:off x="1092200" y="2654300"/>
            <a:ext cx="4914900" cy="326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2" name="Google Shape;62;g3fa3167b794_0_51"/>
          <p:cNvSpPr txBox="1"/>
          <p:nvPr>
            <p:ph idx="2" type="body"/>
          </p:nvPr>
        </p:nvSpPr>
        <p:spPr>
          <a:xfrm>
            <a:off x="6184900" y="2654300"/>
            <a:ext cx="4914900" cy="326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3" name="Google Shape;63;g3fa3167b794_0_51"/>
          <p:cNvSpPr txBox="1"/>
          <p:nvPr>
            <p:ph idx="12" type="sldNum"/>
          </p:nvPr>
        </p:nvSpPr>
        <p:spPr>
          <a:xfrm>
            <a:off x="11187645" y="605822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a3167b794_0_59"/>
          <p:cNvSpPr/>
          <p:nvPr/>
        </p:nvSpPr>
        <p:spPr>
          <a:xfrm flipH="1">
            <a:off x="4776900" y="2067600"/>
            <a:ext cx="74151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fa3167b794_0_59"/>
          <p:cNvSpPr/>
          <p:nvPr/>
        </p:nvSpPr>
        <p:spPr>
          <a:xfrm>
            <a:off x="41" y="3766000"/>
            <a:ext cx="98271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fa3167b794_0_59"/>
          <p:cNvSpPr/>
          <p:nvPr/>
        </p:nvSpPr>
        <p:spPr>
          <a:xfrm>
            <a:off x="270967" y="275000"/>
            <a:ext cx="116499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3048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fa3167b794_0_59"/>
          <p:cNvSpPr txBox="1"/>
          <p:nvPr>
            <p:ph type="title"/>
          </p:nvPr>
        </p:nvSpPr>
        <p:spPr>
          <a:xfrm>
            <a:off x="1092200" y="1127467"/>
            <a:ext cx="10007700" cy="1272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69" name="Google Shape;69;g3fa3167b794_0_59"/>
          <p:cNvSpPr txBox="1"/>
          <p:nvPr>
            <p:ph idx="12" type="sldNum"/>
          </p:nvPr>
        </p:nvSpPr>
        <p:spPr>
          <a:xfrm>
            <a:off x="11187645" y="605822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a3167b794_0_65"/>
          <p:cNvSpPr/>
          <p:nvPr/>
        </p:nvSpPr>
        <p:spPr>
          <a:xfrm flipH="1">
            <a:off x="4776900" y="2067600"/>
            <a:ext cx="74151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fa3167b794_0_65"/>
          <p:cNvSpPr/>
          <p:nvPr/>
        </p:nvSpPr>
        <p:spPr>
          <a:xfrm>
            <a:off x="41" y="3766000"/>
            <a:ext cx="9827100" cy="30921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fa3167b794_0_65"/>
          <p:cNvSpPr/>
          <p:nvPr/>
        </p:nvSpPr>
        <p:spPr>
          <a:xfrm>
            <a:off x="270967" y="275000"/>
            <a:ext cx="116499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3048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fa3167b794_0_65"/>
          <p:cNvSpPr txBox="1"/>
          <p:nvPr>
            <p:ph type="title"/>
          </p:nvPr>
        </p:nvSpPr>
        <p:spPr>
          <a:xfrm>
            <a:off x="1092200" y="1127467"/>
            <a:ext cx="4945500" cy="184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5" name="Google Shape;75;g3fa3167b794_0_65"/>
          <p:cNvSpPr txBox="1"/>
          <p:nvPr>
            <p:ph idx="1" type="body"/>
          </p:nvPr>
        </p:nvSpPr>
        <p:spPr>
          <a:xfrm>
            <a:off x="1107600" y="3092067"/>
            <a:ext cx="4945500" cy="2826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6" name="Google Shape;76;g3fa3167b794_0_65"/>
          <p:cNvSpPr txBox="1"/>
          <p:nvPr>
            <p:ph idx="12" type="sldNum"/>
          </p:nvPr>
        </p:nvSpPr>
        <p:spPr>
          <a:xfrm>
            <a:off x="11187645" y="605822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a3167b794_0_72"/>
          <p:cNvSpPr/>
          <p:nvPr/>
        </p:nvSpPr>
        <p:spPr>
          <a:xfrm>
            <a:off x="0" y="3764192"/>
            <a:ext cx="9825600" cy="30891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fa3167b794_0_72"/>
          <p:cNvSpPr/>
          <p:nvPr/>
        </p:nvSpPr>
        <p:spPr>
          <a:xfrm flipH="1">
            <a:off x="4777714" y="2072150"/>
            <a:ext cx="7413900" cy="4785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g3fa3167b794_0_72"/>
          <p:cNvGrpSpPr/>
          <p:nvPr/>
        </p:nvGrpSpPr>
        <p:grpSpPr>
          <a:xfrm>
            <a:off x="341189" y="-11"/>
            <a:ext cx="3001758" cy="1391229"/>
            <a:chOff x="3961956" y="4383950"/>
            <a:chExt cx="1160548" cy="548700"/>
          </a:xfrm>
        </p:grpSpPr>
        <p:sp>
          <p:nvSpPr>
            <p:cNvPr id="81" name="Google Shape;81;g3fa3167b794_0_72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g3fa3167b794_0_72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g3fa3167b794_0_72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g3fa3167b794_0_72"/>
          <p:cNvSpPr/>
          <p:nvPr/>
        </p:nvSpPr>
        <p:spPr>
          <a:xfrm>
            <a:off x="270967" y="275000"/>
            <a:ext cx="116499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3048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g3fa3167b794_0_72"/>
          <p:cNvGrpSpPr/>
          <p:nvPr/>
        </p:nvGrpSpPr>
        <p:grpSpPr>
          <a:xfrm>
            <a:off x="46579" y="6029501"/>
            <a:ext cx="2124408" cy="822734"/>
            <a:chOff x="6917201" y="0"/>
            <a:chExt cx="2227777" cy="863400"/>
          </a:xfrm>
        </p:grpSpPr>
        <p:sp>
          <p:nvSpPr>
            <p:cNvPr id="86" name="Google Shape;86;g3fa3167b794_0_7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g3fa3167b794_0_7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g3fa3167b794_0_7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g3fa3167b794_0_72"/>
          <p:cNvGrpSpPr/>
          <p:nvPr/>
        </p:nvGrpSpPr>
        <p:grpSpPr>
          <a:xfrm>
            <a:off x="7848470" y="1657"/>
            <a:ext cx="4343273" cy="1681990"/>
            <a:chOff x="6917201" y="0"/>
            <a:chExt cx="2227777" cy="863400"/>
          </a:xfrm>
        </p:grpSpPr>
        <p:sp>
          <p:nvSpPr>
            <p:cNvPr id="90" name="Google Shape;90;g3fa3167b794_0_7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g3fa3167b794_0_7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g3fa3167b794_0_7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g3fa3167b794_0_72"/>
          <p:cNvSpPr txBox="1"/>
          <p:nvPr>
            <p:ph type="title"/>
          </p:nvPr>
        </p:nvSpPr>
        <p:spPr>
          <a:xfrm>
            <a:off x="1858572" y="1734861"/>
            <a:ext cx="8489100" cy="3385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94" name="Google Shape;94;g3fa3167b794_0_72"/>
          <p:cNvSpPr txBox="1"/>
          <p:nvPr>
            <p:ph idx="12" type="sldNum"/>
          </p:nvPr>
        </p:nvSpPr>
        <p:spPr>
          <a:xfrm>
            <a:off x="11187645" y="605822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a3167b794_0_90"/>
          <p:cNvSpPr/>
          <p:nvPr/>
        </p:nvSpPr>
        <p:spPr>
          <a:xfrm flipH="1">
            <a:off x="4776900" y="2067600"/>
            <a:ext cx="74151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fa3167b794_0_90"/>
          <p:cNvSpPr/>
          <p:nvPr/>
        </p:nvSpPr>
        <p:spPr>
          <a:xfrm>
            <a:off x="41" y="3766000"/>
            <a:ext cx="98271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fa3167b794_0_90"/>
          <p:cNvSpPr/>
          <p:nvPr/>
        </p:nvSpPr>
        <p:spPr>
          <a:xfrm>
            <a:off x="270967" y="275000"/>
            <a:ext cx="116499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3048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fa3167b794_0_90"/>
          <p:cNvSpPr txBox="1"/>
          <p:nvPr>
            <p:ph type="title"/>
          </p:nvPr>
        </p:nvSpPr>
        <p:spPr>
          <a:xfrm>
            <a:off x="1092200" y="1127467"/>
            <a:ext cx="8565600" cy="939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00" name="Google Shape;100;g3fa3167b794_0_90"/>
          <p:cNvSpPr txBox="1"/>
          <p:nvPr>
            <p:ph idx="1" type="subTitle"/>
          </p:nvPr>
        </p:nvSpPr>
        <p:spPr>
          <a:xfrm>
            <a:off x="1092200" y="2067600"/>
            <a:ext cx="78132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g3fa3167b794_0_90"/>
          <p:cNvSpPr txBox="1"/>
          <p:nvPr>
            <p:ph idx="2" type="body"/>
          </p:nvPr>
        </p:nvSpPr>
        <p:spPr>
          <a:xfrm>
            <a:off x="1092200" y="3289400"/>
            <a:ext cx="7813200" cy="2793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02" name="Google Shape;102;g3fa3167b794_0_90"/>
          <p:cNvSpPr txBox="1"/>
          <p:nvPr>
            <p:ph idx="12" type="sldNum"/>
          </p:nvPr>
        </p:nvSpPr>
        <p:spPr>
          <a:xfrm>
            <a:off x="11187645" y="605822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a3167b794_0_98"/>
          <p:cNvSpPr/>
          <p:nvPr/>
        </p:nvSpPr>
        <p:spPr>
          <a:xfrm>
            <a:off x="41" y="3766000"/>
            <a:ext cx="9827100" cy="30921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a3167b794_0_98"/>
          <p:cNvSpPr/>
          <p:nvPr/>
        </p:nvSpPr>
        <p:spPr>
          <a:xfrm flipH="1">
            <a:off x="4776900" y="2067600"/>
            <a:ext cx="7415100" cy="47904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fa3167b794_0_98"/>
          <p:cNvSpPr/>
          <p:nvPr/>
        </p:nvSpPr>
        <p:spPr>
          <a:xfrm>
            <a:off x="270967" y="275000"/>
            <a:ext cx="116499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3048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fa3167b794_0_98"/>
          <p:cNvSpPr txBox="1"/>
          <p:nvPr>
            <p:ph idx="1" type="body"/>
          </p:nvPr>
        </p:nvSpPr>
        <p:spPr>
          <a:xfrm>
            <a:off x="437367" y="5551333"/>
            <a:ext cx="9886800" cy="806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08" name="Google Shape;108;g3fa3167b794_0_98"/>
          <p:cNvSpPr txBox="1"/>
          <p:nvPr>
            <p:ph idx="12" type="sldNum"/>
          </p:nvPr>
        </p:nvSpPr>
        <p:spPr>
          <a:xfrm>
            <a:off x="11187645" y="605822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a3167b794_0_104"/>
          <p:cNvSpPr/>
          <p:nvPr/>
        </p:nvSpPr>
        <p:spPr>
          <a:xfrm flipH="1">
            <a:off x="7425600" y="3778767"/>
            <a:ext cx="4766400" cy="3079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g3fa3167b794_0_104"/>
          <p:cNvGrpSpPr/>
          <p:nvPr/>
        </p:nvGrpSpPr>
        <p:grpSpPr>
          <a:xfrm>
            <a:off x="7945629" y="5492768"/>
            <a:ext cx="3361269" cy="1365553"/>
            <a:chOff x="6917201" y="0"/>
            <a:chExt cx="2227777" cy="863400"/>
          </a:xfrm>
        </p:grpSpPr>
        <p:sp>
          <p:nvSpPr>
            <p:cNvPr id="112" name="Google Shape;112;g3fa3167b794_0_10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g3fa3167b794_0_10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g3fa3167b794_0_10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g3fa3167b794_0_104"/>
          <p:cNvGrpSpPr/>
          <p:nvPr/>
        </p:nvGrpSpPr>
        <p:grpSpPr>
          <a:xfrm>
            <a:off x="265762" y="3"/>
            <a:ext cx="3727293" cy="1444382"/>
            <a:chOff x="6917201" y="0"/>
            <a:chExt cx="2227777" cy="863400"/>
          </a:xfrm>
        </p:grpSpPr>
        <p:sp>
          <p:nvSpPr>
            <p:cNvPr id="116" name="Google Shape;116;g3fa3167b794_0_10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g3fa3167b794_0_10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g3fa3167b794_0_10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g3fa3167b794_0_104"/>
          <p:cNvSpPr txBox="1"/>
          <p:nvPr>
            <p:ph hasCustomPrompt="1" type="title"/>
          </p:nvPr>
        </p:nvSpPr>
        <p:spPr>
          <a:xfrm>
            <a:off x="1847800" y="1845133"/>
            <a:ext cx="8496300" cy="1839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0"/>
              <a:buNone/>
              <a:defRPr sz="11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0"/>
              <a:buNone/>
              <a:defRPr sz="115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0"/>
              <a:buNone/>
              <a:defRPr sz="115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0"/>
              <a:buNone/>
              <a:defRPr sz="115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0"/>
              <a:buNone/>
              <a:defRPr sz="115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0"/>
              <a:buNone/>
              <a:defRPr sz="115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0"/>
              <a:buNone/>
              <a:defRPr sz="115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0"/>
              <a:buNone/>
              <a:defRPr sz="115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0"/>
              <a:buNone/>
              <a:defRPr sz="115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g3fa3167b794_0_104"/>
          <p:cNvSpPr txBox="1"/>
          <p:nvPr>
            <p:ph idx="1" type="body"/>
          </p:nvPr>
        </p:nvSpPr>
        <p:spPr>
          <a:xfrm>
            <a:off x="1847800" y="3818467"/>
            <a:ext cx="8496300" cy="85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21" name="Google Shape;121;g3fa3167b794_0_104"/>
          <p:cNvSpPr txBox="1"/>
          <p:nvPr>
            <p:ph idx="12" type="sldNum"/>
          </p:nvPr>
        </p:nvSpPr>
        <p:spPr>
          <a:xfrm>
            <a:off x="11187645" y="605822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a3167b794_0_117"/>
          <p:cNvSpPr txBox="1"/>
          <p:nvPr>
            <p:ph idx="12" type="sldNum"/>
          </p:nvPr>
        </p:nvSpPr>
        <p:spPr>
          <a:xfrm>
            <a:off x="11187645" y="605822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a3167b794_0_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Nunito"/>
              <a:buNone/>
              <a:defRPr sz="3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Nunito"/>
              <a:buNone/>
              <a:defRPr sz="3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Nunito"/>
              <a:buNone/>
              <a:defRPr sz="3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Nunito"/>
              <a:buNone/>
              <a:defRPr sz="3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Nunito"/>
              <a:buNone/>
              <a:defRPr sz="3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Nunito"/>
              <a:buNone/>
              <a:defRPr sz="3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Nunito"/>
              <a:buNone/>
              <a:defRPr sz="3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Nunito"/>
              <a:buNone/>
              <a:defRPr sz="3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Nunito"/>
              <a:buNone/>
              <a:defRPr sz="37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g3fa3167b794_0_0"/>
          <p:cNvSpPr txBox="1"/>
          <p:nvPr>
            <p:ph idx="1" type="body"/>
          </p:nvPr>
        </p:nvSpPr>
        <p:spPr>
          <a:xfrm>
            <a:off x="415600" y="1536633"/>
            <a:ext cx="11360700" cy="45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Char char="●"/>
              <a:defRPr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○"/>
              <a:defRPr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■"/>
              <a:defRPr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  <a:defRPr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○"/>
              <a:defRPr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■"/>
              <a:defRPr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  <a:defRPr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○"/>
              <a:defRPr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■"/>
              <a:defRPr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fa3167b794_0_0"/>
          <p:cNvSpPr txBox="1"/>
          <p:nvPr>
            <p:ph idx="12" type="sldNum"/>
          </p:nvPr>
        </p:nvSpPr>
        <p:spPr>
          <a:xfrm>
            <a:off x="11187645" y="605822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Presentación Portafolio </a:t>
            </a:r>
            <a:r>
              <a:rPr lang="es-CL"/>
              <a:t>Título</a:t>
            </a:r>
            <a:br>
              <a:rPr lang="es-CL"/>
            </a:br>
            <a:r>
              <a:rPr lang="es-CL" sz="3200"/>
              <a:t>“Sistema </a:t>
            </a:r>
            <a:r>
              <a:rPr lang="es-CL" sz="3200"/>
              <a:t>Matronería</a:t>
            </a:r>
            <a:r>
              <a:rPr lang="es-CL" sz="3200"/>
              <a:t> Materno-Infantil”</a:t>
            </a:r>
            <a:endParaRPr/>
          </a:p>
        </p:txBody>
      </p:sp>
      <p:sp>
        <p:nvSpPr>
          <p:cNvPr id="129" name="Google Shape;129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"/>
          <p:cNvSpPr txBox="1"/>
          <p:nvPr/>
        </p:nvSpPr>
        <p:spPr>
          <a:xfrm>
            <a:off x="1135377" y="2334991"/>
            <a:ext cx="2993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5" name="Google Shape;135;p2"/>
          <p:cNvGrpSpPr/>
          <p:nvPr/>
        </p:nvGrpSpPr>
        <p:grpSpPr>
          <a:xfrm>
            <a:off x="5507253" y="1494652"/>
            <a:ext cx="5318100" cy="3415887"/>
            <a:chOff x="1462952" y="1174243"/>
            <a:chExt cx="5318100" cy="3415887"/>
          </a:xfrm>
        </p:grpSpPr>
        <p:sp>
          <p:nvSpPr>
            <p:cNvPr id="136" name="Google Shape;136;p2"/>
            <p:cNvSpPr txBox="1"/>
            <p:nvPr/>
          </p:nvSpPr>
          <p:spPr>
            <a:xfrm>
              <a:off x="1462952" y="1174243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Diego Munoz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Proyecto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Documentación,</a:t>
              </a: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apoyo en </a:t>
              </a: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2"/>
            <p:cNvSpPr txBox="1"/>
            <p:nvPr/>
          </p:nvSpPr>
          <p:spPr>
            <a:xfrm>
              <a:off x="1462952" y="2348487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Roberto </a:t>
              </a: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Román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programador/ QA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Apoyo en desarrollo, actividades de QA</a:t>
              </a:r>
              <a:endParaRPr/>
            </a:p>
          </p:txBody>
        </p:sp>
        <p:sp>
          <p:nvSpPr>
            <p:cNvPr id="138" name="Google Shape;138;p2"/>
            <p:cNvSpPr txBox="1"/>
            <p:nvPr/>
          </p:nvSpPr>
          <p:spPr>
            <a:xfrm>
              <a:off x="1462952" y="352273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Juan Pablo Gonzalez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DBA/ </a:t>
              </a: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Diseñador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de base de datos, </a:t>
              </a: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creación</a:t>
              </a: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de mockups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714909" y="2169769"/>
            <a:ext cx="4427360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gubernamental Rayen presenta caídas de servicio constantes que paralizan la atención clínica y administrativa en los CESFAM. Además, su diseño genérico obliga a las matronas a redigitar manualmente la misma información en cada atención, reduciendo el tiempo de calidad de consulta, mientras que las desconexiones frecuentes generan desincronización entre secretaría y box de atención.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6912079" y="2177325"/>
            <a:ext cx="4641292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 Principal (Web): flujo clínico materno-infantil, con modo offline y sincronización automática, plantillas rápidas de anamnesis, y emisión automatizada de recetas/derivaciones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 Secundaria (Administración): portal para gestionar mantenciones y parámetros base del sistema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/>
          <p:nvPr/>
        </p:nvSpPr>
        <p:spPr>
          <a:xfrm>
            <a:off x="614540" y="1712171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e implementar un sistema web clínico-administrativo integral enfocado en las atenciones del programa materno-infantil de un CESFAM, compuesto por dos aplicaciones integradas bajo un modelo en capas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614514" y="4481282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Principal (Atención Clínica y Operación)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Secundaria (Administración, Autonomía y Reportes)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152450" y="656273"/>
            <a:ext cx="1193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152450" y="3686688"/>
            <a:ext cx="1193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60" name="Google Shape;160;p5"/>
          <p:cNvSpPr txBox="1"/>
          <p:nvPr/>
        </p:nvSpPr>
        <p:spPr>
          <a:xfrm>
            <a:off x="1031474" y="1809701"/>
            <a:ext cx="100728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Agendamiento de citas y gestión de sala de espera (Secretaría)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Registro clínico con plantillas de anamnesis rápida (Matronas)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Emisión/impresión de recetas, órdenes de exámenes y derivaciones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Funcionamiento offline con sincronización automática ante caídas de red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Portal de Administración con 10 módulos de mantención CRUD: cuentas y accesos, especialidades, fármacos obstétricos/ginecológicos, tipos de exámenes, boxes de atención, plantillas de anamnesis, entre otros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Módulo de reportería con filtros dinámicos (por profesional, rango de fechas, tipo de atención), visualización en pantalla y exportación a PDF y Excel (XLS)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 gestiona otras áreas clínico-administrativas del CESFAM fuera de matronería/programa materno-infantil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 integra con otros sistemas de salud más allá de la interoperabilidad mínima definida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 incluye funcionalidades adicionales a las especificadas en los requerimientos (R.1–R.26)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Usuarios</a:t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Matron(a): Atención clínica en box, registro de anamnesis/diagnósticos, emisión de recetas/órdenes/derivaciones y uso de plantillas.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Secretaria: Recepción de pacientes, agendamiento de citas, cambio de estados en sala de espera.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Administrador TI/CESFAM: Gestión de usuarios, asignación de roles, mantención de los 10 módulos CRUD y extracción de reportes.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</a:t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839469" y="1923150"/>
            <a:ext cx="10447800" cy="4332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los 23 requerimientos funcionales acá se mencionan algunos siendo los últimos 3 algunos de los no funcionales.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Autentificación por roles	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Guardado local (Offline)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Plantillas predefinidas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Reportes en PDF y XLS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Notificaciones por correo o mensaje móviles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Mantenedor de pacientes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Mantenedor de profesionales de matronería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Mantenedor de especialidades médicas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Enmascarar claves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WEB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78" name="Google Shape;178;p8"/>
          <p:cNvSpPr txBox="1"/>
          <p:nvPr/>
        </p:nvSpPr>
        <p:spPr>
          <a:xfrm>
            <a:off x="641250" y="1855975"/>
            <a:ext cx="296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Página</a:t>
            </a:r>
            <a:r>
              <a:rPr lang="es-CL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de inicio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250" y="2287075"/>
            <a:ext cx="5400675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3300" y="2296600"/>
            <a:ext cx="5400675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8"/>
          <p:cNvSpPr txBox="1"/>
          <p:nvPr/>
        </p:nvSpPr>
        <p:spPr>
          <a:xfrm>
            <a:off x="6293300" y="1855975"/>
            <a:ext cx="296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Página de autentificacion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747725" y="1882625"/>
            <a:ext cx="3212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Módulo</a:t>
            </a:r>
            <a:r>
              <a:rPr lang="es-CL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de pacientes citados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725" y="2325725"/>
            <a:ext cx="5400675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7225" y="2325725"/>
            <a:ext cx="5400675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 txBox="1"/>
          <p:nvPr/>
        </p:nvSpPr>
        <p:spPr>
          <a:xfrm>
            <a:off x="6187225" y="1882625"/>
            <a:ext cx="3212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Módulo </a:t>
            </a:r>
            <a:r>
              <a:rPr lang="es-CL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Atención</a:t>
            </a:r>
            <a:r>
              <a:rPr lang="es-CL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(Anamnesis)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Hitos Importantes </a:t>
            </a:r>
            <a:endParaRPr/>
          </a:p>
        </p:txBody>
      </p:sp>
      <p:graphicFrame>
        <p:nvGraphicFramePr>
          <p:cNvPr id="196" name="Google Shape;196;p10"/>
          <p:cNvGraphicFramePr/>
          <p:nvPr/>
        </p:nvGraphicFramePr>
        <p:xfrm>
          <a:off x="1148184" y="21153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{17F78AE4-8D70-40DF-8903-11CD1948D92B}</a:tableStyleId>
              </a:tblPr>
              <a:tblGrid>
                <a:gridCol w="4110025"/>
                <a:gridCol w="5501600"/>
              </a:tblGrid>
              <a:tr h="55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Planificación</a:t>
                      </a:r>
                      <a:endParaRPr sz="15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01/09/2026</a:t>
                      </a:r>
                      <a:endParaRPr sz="15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5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análisis y diseño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23/09/2026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5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desarrollo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1/12/2026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5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Pruebas QA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11/12/2026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3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5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Implementación y Cierre  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20/12/2026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"/>
          <p:cNvSpPr txBox="1"/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rPr lang="es-CL"/>
              <a:t>Costos por Fase </a:t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782337" y="1681843"/>
            <a:ext cx="10247613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</a:t>
            </a: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planificación: $304.000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diseño: $756.000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desarrollo: $2.129.000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pruebas QA: $630.000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implementación y cierre: $370.000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208" name="Google Shape;208;p12"/>
          <p:cNvSpPr txBox="1"/>
          <p:nvPr/>
        </p:nvSpPr>
        <p:spPr>
          <a:xfrm>
            <a:off x="641250" y="1828023"/>
            <a:ext cx="10861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 en capas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Backend orientado a objetos en Python/</a:t>
            </a:r>
            <a:r>
              <a:rPr lang="es-C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Frontend React/Vite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BD relacional (SQLite/PostgreSQL).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/>
          <p:cNvSpPr txBox="1"/>
          <p:nvPr/>
        </p:nvSpPr>
        <p:spPr>
          <a:xfrm>
            <a:off x="609558" y="699121"/>
            <a:ext cx="10515600" cy="1053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Conclusión 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14" name="Google Shape;214;p13"/>
          <p:cNvSpPr/>
          <p:nvPr/>
        </p:nvSpPr>
        <p:spPr>
          <a:xfrm>
            <a:off x="839487" y="1923143"/>
            <a:ext cx="10365600" cy="4332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propuesto resuelve el problema crítico de inestabilidad de Rayen mediante un funcionamiento offline con sincronización automática, optimiza el tiempo de registro clínico en matronería gracias a las plantillas predefinidas, y otorga autonomía total al CESFAM a través del portal de administración. En conjunto, el proyecto digitaliza y fortalece la continuidad del servicio entregado en el programa materno-infantil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